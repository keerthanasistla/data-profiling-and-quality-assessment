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63256" y="-1371600"/>
            <a:ext cx="4114800" cy="41148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Shape 1"/>
          <p:cNvSpPr/>
          <p:nvPr/>
        </p:nvSpPr>
        <p:spPr>
          <a:xfrm>
            <a:off x="9226296" y="5184648"/>
            <a:ext cx="2926080" cy="2926080"/>
          </a:xfrm>
          <a:prstGeom prst="ellipse">
            <a:avLst/>
          </a:prstGeom>
          <a:solidFill>
            <a:srgbClr val="242C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Profiling &amp; Quality Assessment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Performance Insurance Dataset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8229600" cy="1371600"/>
          </a:xfrm>
          <a:prstGeom prst="rect">
            <a:avLst>
              <a:gd name="adj" fmla="val 5333"/>
            </a:avLst>
          </a:prstGeom>
          <a:solidFill>
            <a:srgbClr val="151B4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0749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213,656 rows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columns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columns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contain a hidden 99999 sentinel value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903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pandas  |  numpy  |  seaborn  |  matplotlib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Dataset Before Any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240280" cy="4206240"/>
          </a:xfrm>
          <a:prstGeom prst="rect">
            <a:avLst>
              <a:gd name="adj" fmla="val 2449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Validate Schema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1783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shape, dtypes, and column names. Never assume — every column is inspected before use.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1783080"/>
            <a:ext cx="2240280" cy="4206240"/>
          </a:xfrm>
          <a:prstGeom prst="rect">
            <a:avLst>
              <a:gd name="adj" fmla="val 2449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2788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 Dictionary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3520440"/>
            <a:ext cx="1783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function computing dtype, % missing, unique values, and a sample value per column.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783080"/>
            <a:ext cx="2240280" cy="4206240"/>
          </a:xfrm>
          <a:prstGeom prst="rect">
            <a:avLst>
              <a:gd name="adj" fmla="val 2449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1500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715000" y="2788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Hidden Missingness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15000" y="3520440"/>
            <a:ext cx="1783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99999 sentinel code used in place of true NULLs across numeric fields.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1783080"/>
            <a:ext cx="2240280" cy="4206240"/>
          </a:xfrm>
          <a:prstGeom prst="rect">
            <a:avLst>
              <a:gd name="adj" fmla="val 2449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8388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1838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183880" y="2788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Visualize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83880" y="3520440"/>
            <a:ext cx="1783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categorical text, check duplicates, and chart the real data quality picture.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7150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Performance Dataset  |  Case Study 1: Data Profiling &amp; Quality Assessment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83496" y="7150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Structure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834640" cy="1691640"/>
          </a:xfrm>
          <a:prstGeom prst="rect">
            <a:avLst>
              <a:gd name="adj" fmla="val 378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3911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213,656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1874520"/>
            <a:ext cx="2834640" cy="1691640"/>
          </a:xfrm>
          <a:prstGeom prst="rect">
            <a:avLst>
              <a:gd name="adj" fmla="val 378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203911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74904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874520"/>
            <a:ext cx="2834640" cy="1691640"/>
          </a:xfrm>
          <a:prstGeom prst="rect">
            <a:avLst>
              <a:gd name="adj" fmla="val 378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203911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94944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Fields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2834640" cy="1691640"/>
          </a:xfrm>
          <a:prstGeom prst="rect">
            <a:avLst>
              <a:gd name="adj" fmla="val 378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0507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48640" y="4892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3840480"/>
            <a:ext cx="2834640" cy="1691640"/>
          </a:xfrm>
          <a:prstGeom prst="rect">
            <a:avLst>
              <a:gd name="adj" fmla="val 378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400507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1,623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749040" y="4892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Agencies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3840480"/>
            <a:ext cx="2834640" cy="1691640"/>
          </a:xfrm>
          <a:prstGeom prst="rect">
            <a:avLst>
              <a:gd name="adj" fmla="val 3784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400507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49440" y="4892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(2005-2015)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spans policy identifiers, premium/loss amounts, retention &amp; growth ratios, producer counts, and channel-level quote/bind activity across five external vendor systems (MDS, SBZ, eQT, ELINKS, PLRANK, eQTte, APPLIED, TRANSACTNOW).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7150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Performance Dataset  |  Case Study 1: Data Profiling &amp; Quality Assessment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83496" y="7150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99999 Sentinel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encodes missing/not-applicable values as the number 99999 instead of true NULLs — a pattern that silently breaks naive analysis.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4572000" cy="4206240"/>
          </a:xfrm>
          <a:prstGeom prst="rect">
            <a:avLst>
              <a:gd name="adj" fmla="val 1739"/>
            </a:avLst>
          </a:prstGeom>
          <a:solidFill>
            <a:srgbClr val="242C6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appears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RETENTION_RATIO, LOSS_RATIO, LOSS_RATIO_3YR, GROWTH_RATE_3YR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PL/CL/COMMISIONS/ACTIVITY_NOTES _START_YEAR &amp; _END_YEAR fields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quote/bind counts (CL_BOUND_CT_*, PL_QUO_CT_*)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PRIMARY_AGENCY_ID and PREV_* prior-period fields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94960" y="2240280"/>
            <a:ext cx="4572000" cy="4206240"/>
          </a:xfrm>
          <a:prstGeom prst="rect">
            <a:avLst>
              <a:gd name="adj" fmla="val 1739"/>
            </a:avLst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15000" y="292608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and totals computed before cleanup are catastrophically wrong (99999 dwarfs any real premium or ratio value)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counts under-report true gaps if 99999 isn't replaced first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Year-based fields (e.g. PL_START_YEAR) would compute nonsensical date ranges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7150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Performance Dataset  |  Case Study 1: Data Profiling &amp; Quality Assessment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83496" y="7150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Gaps Are Concentrated</a:t>
            </a:r>
            <a:endParaRPr lang="en-US" sz="2600" dirty="0"/>
          </a:p>
        </p:txBody>
      </p:sp>
      <p:pic>
        <p:nvPicPr>
          <p:cNvPr id="4" name="Image 0" descr="chart1_missing_val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4008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69480" y="1691640"/>
            <a:ext cx="2871216" cy="3840480"/>
          </a:xfrm>
          <a:prstGeom prst="rect">
            <a:avLst>
              <a:gd name="adj" fmla="val 1911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fields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0" y="22860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ACTIVITY_NOTES_END_YEAR: 98.1% missing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PL_END_YEAR: 98.1% missing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COMMISIONS_END_YEAR: 96.4% missing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CL_END_YEAR: 96.0% missing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RETENTION_RATIO: 60.9% missing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7150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Performance Dataset  |  Case Study 1: Data Profiling &amp; Quality Assessment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83496" y="7150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Structural, Not Random, Pattern</a:t>
            </a:r>
            <a:endParaRPr lang="en-US" sz="2600" dirty="0"/>
          </a:p>
        </p:txBody>
      </p:sp>
      <p:pic>
        <p:nvPicPr>
          <p:cNvPr id="4" name="Image 0" descr="chart3_missing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600200"/>
            <a:ext cx="877824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264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dense red block on the right (vendor activity &amp; commission-period columns) shows missingness clusters by data source rather than scattering randomly — consistent with several vendor feeds only being active for part of the agency's history.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7150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Performance Dataset  |  Case Study 1: Data Profiling &amp; Quality Assessment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683496" y="7150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Premium Is Heavily Right-Skewed</a:t>
            </a:r>
            <a:endParaRPr lang="en-US" sz="2600" dirty="0"/>
          </a:p>
        </p:txBody>
      </p:sp>
      <p:pic>
        <p:nvPicPr>
          <p:cNvPr id="4" name="Image 0" descr="chart2_numeric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035040" cy="36210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03720" y="1737360"/>
            <a:ext cx="3236976" cy="3621024"/>
          </a:xfrm>
          <a:prstGeom prst="rect">
            <a:avLst>
              <a:gd name="adj" fmla="val 1695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0" y="2011680"/>
            <a:ext cx="329184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117,534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premium amounts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vast majority of policies carry small written premiums, with a long tail of large commercial accounts stretching past $1.7M.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558698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use median / log-scale or trimmed views for summary statistics — a simple mean would be dominated by outlier policies.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7150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Performance Dataset  |  Case Study 1: Data Profiling &amp; Quality Assessment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83496" y="7150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Highest-Risk Columns by Missingness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9592056" cy="393192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  <a:gridCol w="1371600"/>
                <a:gridCol w="1280160"/>
                <a:gridCol w="269748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ACTIVITY_NOTES_END_YEAR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PL_END_YEAR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COMMISIONS_END_YEAR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CL_END_YEAR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ACTIVITY_NOTES_START_YEAR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RETENTION_RATIO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60.93%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GROWTH_RATE_3YR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LOSS_RATIO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53,125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PRIMARY_AGENCY_ID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%-missing figures reflect TRUE missingness after replacing the 99999 sentinel with NaN. Full 49-column dictionary exported to data_dictionary.csv.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7150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Performance Dataset  |  Case Study 1: Data Profiling &amp; Quality Assessment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683496" y="7150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Data Quality Risks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values mask true missingness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011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of 49 columns use 99999 as a placeholder; any analysis run before replacement silently corrupts averages and date logic.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72491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Concentrated, structural missing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09067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 and commission-period fields are missing 60-98% of the time, clustered by source rather than random.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9534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95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80390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skewed monetary fields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169664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WRTN_PREM_AMT spans from near-zero to $1.7M+; naive means will be distorted by outlier commercial policies.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74336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74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8828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PRIMARY_AGENCY_ID gaps (17.75%)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5248656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near-key identifier with meaningful missingness — needs validation before being used to join or de-duplicate.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7150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Performance Dataset  |  Case Study 1: Data Profiling &amp; Quality Assessment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83496" y="7150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001768"/>
            <a:ext cx="3840480" cy="384048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Is Usable - With Guardrails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9418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was validated, not assumed: 49 columns profiled across 213,656 rows.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99999 sentinel was the most consequential finding - it must be replaced with NaN before any other step.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 needed trimming/casing fixes to prevent silent group fragmentation.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 and commission-period fields carry the highest genuine missingness and need an explicit handling strategy.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9592056" cy="1828800"/>
          </a:xfrm>
          <a:prstGeom prst="rect">
            <a:avLst>
              <a:gd name="adj" fmla="val 4000"/>
            </a:avLst>
          </a:prstGeom>
          <a:solidFill>
            <a:srgbClr val="151B4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7548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 for downstream analysts: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9052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impute-vs-drop policy for columns above the 30% missing threshold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AGENCY_ID + PRIMARY_AGENCY_ID combinations should be unique per year/state/product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 column semantics (ratio vs. amount vs. count) before building performance KPIs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7150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Performance Dataset  |  Case Study 1: Data Profiling &amp; Quality Assessment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83496" y="7150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1: Data Profiling and Quality Assessment</dc:title>
  <dc:subject>PptxGenJS Presentation</dc:subject>
  <dc:creator>Candidate</dc:creator>
  <cp:lastModifiedBy>Candidate</cp:lastModifiedBy>
  <cp:revision>1</cp:revision>
  <dcterms:created xsi:type="dcterms:W3CDTF">2026-06-22T06:19:30Z</dcterms:created>
  <dcterms:modified xsi:type="dcterms:W3CDTF">2026-06-22T06:19:30Z</dcterms:modified>
</cp:coreProperties>
</file>